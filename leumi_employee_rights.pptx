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12188952" cy="34290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1371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FFFFFF"/>
                </a:solidFill>
              </a:rPr>
              <a:t>זכויות ואפשרויות עובדי בנק לאומי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1">
                <a:solidFill>
                  <a:srgbClr val="D6E8FF"/>
                </a:solidFill>
              </a:rPr>
              <a:t>מדריך מקיף לעובד הלאומי |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נושאי המצגת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55448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תנאי העסקה ושכר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0" y="274320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2697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ימי חופשה ומחלה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393192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פנסיה וקרן השתלמות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0" y="512064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5074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זכויות הורות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630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הטבות רווחה ובריאות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697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6517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פיתוח מקצועי והשכלה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93192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זכויות ועד עובדים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5120640"/>
            <a:ext cx="457200" cy="45720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074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333344"/>
                </a:solidFill>
              </a:rPr>
              <a:t>סיום יחסי עבודה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pic>
        <p:nvPicPr>
          <p:cNvPr id="31" name="Picture 30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תנאי העסקה ושכר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שכר מינימום ענפי גבוה משמעותית מהמינימום החוקי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הסכם קיבוצי מיוחד לעובדי הבנקים (הסכם ענפי)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תוספות שכר: ותק, תפקיד, תפוקה ובונוסים שנתיים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דירוג ומסלול קידום שקוף ומוגדר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גמול עבור שעות נוספות לפי חוק עבודת שעות נוספות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תוספת מחיה ותוספות בגין תפקידי ניהול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שכר 13 – מענק שנתי מוסכם בהסכם הקיבוצי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ימי חופשה ומחלה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🏖️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חופשה שנתית: 14–28 ימי עסקים (בהתאם לוותק)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ימי מחלה: 1.5 יום לחודש ₪ צבירה ללא הגבלה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ימי אבל (שבעה): עד 7 ימים בגין קרוב משפחה מדרגה ראשונה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ימי אבל בגין קרוב משפחה מדרגה שנייה: עד 3 ימים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מחלת ילד: עד 8 ימים בשנה (חפיפה עם ימי מחלה)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ימי בחירה (ימים אישיים): 2 ימים נוספים בשנה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חגים: כל ימי החג היהודי + חגי מיעוטים לפי הצורך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פנסיה וקרן השתלמות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פנסיה מקיפה: הפרשות מעסיק 7.5% + פיצויים 8.33%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הפרשות עובד לפנסיה: 6% משכר הברוטו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קרן השתלמות: מעסיק 7.5% + עובד 2.5% (פטורה ממס לאחר 6 שנים)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ביטוח מנהלים לעובדים בתפקידי ניהול בכיר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זכות לנייד קרן פנסיה קודמת ללא קנס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ייעוץ פנסיוני חינם דרך הבנק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קרן פנסיה ענפית עם תשואה מובטחת (עד גיל 50)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זכויות הורות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חופשת לידה: 26 שבועות לאם (15 שבועות בתשלום מביטוח לאומי)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חופשת לידה לאב: 7 ימי עבודה בתשלום מלא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שמירת היריון: בתשלום מלא על פי הוראות הרופא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חזרה לעבודה: הגנה מפיטורין 60 יום לאחר החזרה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הקלות לאם מניקה: הפסקות הנקה בשכר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קצובת לידה מהבנק בנוסף על קצבת ביטוח לאומי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גמישות בשעות עבודה לאחר חזרה מחופשת לידה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הטבות רווחה ובריאות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❤️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2646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5669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ביטוח בריאות קבוצתי מסובסד לעובד ומשפחתו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06654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ביטוח חיים ואובדן כושר עבודה על חשבון הבנק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70662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11612880" cy="5669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רכב חברה או קצובת רכב לתפקידי ניהול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34670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הלוואות עובדים בריבית מועדפת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398678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12880" cy="5669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מנוי לחדר כושר / פיטנס בסבסוד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462686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סיוע בשכר לימוד לילדים (מלגות)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26694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12880" cy="5669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ארועי חברה ופעילויות גיבוש שנתיות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0" y="5907024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מתנות לחגים וסל חג</a:t>
            </a:r>
          </a:p>
        </p:txBody>
      </p:sp>
      <p:pic>
        <p:nvPicPr>
          <p:cNvPr id="28" name="Picture 27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פיתוח מקצועי והשכלה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תוכניות הכשרה פנימיות: הבנק משקיע עשרות שעות הדרכה לעובד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לימודים אקדמיים: מימון חלקי לתואר ראשון ושני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תוכניות Fast Track לקידום מהיר של עובדים מצטיינים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קורסים מקצועיים ורישיונות: ביטוח, השקעות, פיננסים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מנטורינג ואימון אישי לעובדים בכירים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קרן לימודים בקרן ההשתלמות ניתנת למשיכה לצרכי השכלה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כנסים מקצועיים בארץ ובחו"ל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זכויות ועד עובדים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הסכם קיבוצי ענפי ומפעלי – כוח מיקוח חזק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נציגות ועד פעיל בכל סניף ויחידה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זכות שביתה מוגנת על פי חוק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הגנה מפני פיטורין שרירותיים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טיפול בתלונות ואפליה במקום העבודה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ייצוג משפטי חינם בסכסוכי עבודה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ועדת שימוע חובה לפני כל פיטורין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סיום יחסי עבודה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914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/>
              <a:t>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בנק לאומי | זכויות ואפשרויות עובדים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4538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פיצויי פיטורין: שכר חודשי לכל שנת וותק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1854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הודעה מוקדמת: 1 יום לחודש עד שנה, לאחר מכן חודש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0" y="291693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תוכנית פרישה מוקדמת עם תנאים מיוחדים (גיל 57+)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0" y="364845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גמול פרישה נוסף מעבר לחוק – לפי ההסכם הקיבוצי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437997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שחרור קרן פנסיה וקרן השתלמות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511149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המשך ביטוח בריאות למשך 6 חודשים לאחר עזיבה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5843016"/>
            <a:ext cx="164592" cy="164592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669280"/>
            <a:ext cx="11612880" cy="65836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333344"/>
                </a:solidFill>
              </a:rPr>
              <a:t>שמירה על אי תחרות: 12 חודש בתחום הבנקאות (ניתן לערעור)</a:t>
            </a:r>
          </a:p>
        </p:txBody>
      </p:sp>
      <p:pic>
        <p:nvPicPr>
          <p:cNvPr id="26" name="Picture 25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סיכום – כוחו של עובד לאומי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05156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FFFFFF"/>
                </a:solidFill>
              </a:rPr>
              <a:t>📞  ועד העובדים: פנה/י לנציג הוועד בסניף שלך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1430000" cy="105156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FFFFFF"/>
                </a:solidFill>
              </a:rPr>
              <a:t>⚖️  ייעוץ משפטי: זכאי/ת לייצוג ללא עלות בסכסוכי עבודה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11430000" cy="105156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FFFFFF"/>
                </a:solidFill>
              </a:rPr>
              <a:t>📄  ההסכם הקיבוצי: בקש/י עותק מהמנהל או מהוועד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11430000" cy="1051560"/>
          </a:xfrm>
          <a:prstGeom prst="rect">
            <a:avLst/>
          </a:prstGeom>
          <a:solidFill>
            <a:srgbClr val="00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FFFFFF"/>
                </a:solidFill>
              </a:rPr>
              <a:t>💡  הכרת הזכויות: ידע הוא כוח – קרא/י את ההסכם הקיבוצי</a:t>
            </a:r>
          </a:p>
        </p:txBody>
      </p:sp>
      <p:pic>
        <p:nvPicPr>
          <p:cNvPr id="12" name="Picture 11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32" y="1371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12188952" cy="3429000"/>
          </a:xfrm>
          <a:prstGeom prst="rect">
            <a:avLst/>
          </a:prstGeom>
          <a:solidFill>
            <a:srgbClr val="0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37560"/>
            <a:ext cx="1218895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um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13716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תודה!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D6E8FF"/>
                </a:solidFill>
              </a:rPr>
              <a:t>עובד מכיר זכויותיו – עובד מוגן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בנק לאומי לישראל בע"מ |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